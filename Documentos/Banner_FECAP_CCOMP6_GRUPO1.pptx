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60" r:id="rId5"/>
  </p:sldIdLst>
  <p:sldSz cx="28800425" cy="43200638"/>
  <p:notesSz cx="6858000" cy="9144000"/>
  <p:defaultTextStyle>
    <a:defPPr>
      <a:defRPr lang="pt-BR"/>
    </a:defPPr>
    <a:lvl1pPr algn="l" rtl="0" eaLnBrk="0" fontAlgn="base" hangingPunct="0">
      <a:spcBef>
        <a:spcPct val="0"/>
      </a:spcBef>
      <a:spcAft>
        <a:spcPct val="0"/>
      </a:spcAft>
      <a:defRPr sz="8132" kern="1200">
        <a:solidFill>
          <a:schemeClr val="tx1"/>
        </a:solidFill>
        <a:latin typeface="Arial" charset="0"/>
        <a:ea typeface="+mn-ea"/>
        <a:cs typeface="+mn-cs"/>
      </a:defRPr>
    </a:lvl1pPr>
    <a:lvl2pPr marL="609493" algn="l" rtl="0" eaLnBrk="0" fontAlgn="base" hangingPunct="0">
      <a:spcBef>
        <a:spcPct val="0"/>
      </a:spcBef>
      <a:spcAft>
        <a:spcPct val="0"/>
      </a:spcAft>
      <a:defRPr sz="8132" kern="1200">
        <a:solidFill>
          <a:schemeClr val="tx1"/>
        </a:solidFill>
        <a:latin typeface="Arial" charset="0"/>
        <a:ea typeface="+mn-ea"/>
        <a:cs typeface="+mn-cs"/>
      </a:defRPr>
    </a:lvl2pPr>
    <a:lvl3pPr marL="1218987" algn="l" rtl="0" eaLnBrk="0" fontAlgn="base" hangingPunct="0">
      <a:spcBef>
        <a:spcPct val="0"/>
      </a:spcBef>
      <a:spcAft>
        <a:spcPct val="0"/>
      </a:spcAft>
      <a:defRPr sz="8132" kern="1200">
        <a:solidFill>
          <a:schemeClr val="tx1"/>
        </a:solidFill>
        <a:latin typeface="Arial" charset="0"/>
        <a:ea typeface="+mn-ea"/>
        <a:cs typeface="+mn-cs"/>
      </a:defRPr>
    </a:lvl3pPr>
    <a:lvl4pPr marL="1828480" algn="l" rtl="0" eaLnBrk="0" fontAlgn="base" hangingPunct="0">
      <a:spcBef>
        <a:spcPct val="0"/>
      </a:spcBef>
      <a:spcAft>
        <a:spcPct val="0"/>
      </a:spcAft>
      <a:defRPr sz="8132" kern="1200">
        <a:solidFill>
          <a:schemeClr val="tx1"/>
        </a:solidFill>
        <a:latin typeface="Arial" charset="0"/>
        <a:ea typeface="+mn-ea"/>
        <a:cs typeface="+mn-cs"/>
      </a:defRPr>
    </a:lvl4pPr>
    <a:lvl5pPr marL="2437973" algn="l" rtl="0" eaLnBrk="0" fontAlgn="base" hangingPunct="0">
      <a:spcBef>
        <a:spcPct val="0"/>
      </a:spcBef>
      <a:spcAft>
        <a:spcPct val="0"/>
      </a:spcAft>
      <a:defRPr sz="8132" kern="1200">
        <a:solidFill>
          <a:schemeClr val="tx1"/>
        </a:solidFill>
        <a:latin typeface="Arial" charset="0"/>
        <a:ea typeface="+mn-ea"/>
        <a:cs typeface="+mn-cs"/>
      </a:defRPr>
    </a:lvl5pPr>
    <a:lvl6pPr marL="3047467" algn="l" defTabSz="1218987" rtl="0" eaLnBrk="1" latinLnBrk="0" hangingPunct="1">
      <a:defRPr sz="8132" kern="1200">
        <a:solidFill>
          <a:schemeClr val="tx1"/>
        </a:solidFill>
        <a:latin typeface="Arial" charset="0"/>
        <a:ea typeface="+mn-ea"/>
        <a:cs typeface="+mn-cs"/>
      </a:defRPr>
    </a:lvl6pPr>
    <a:lvl7pPr marL="3656960" algn="l" defTabSz="1218987" rtl="0" eaLnBrk="1" latinLnBrk="0" hangingPunct="1">
      <a:defRPr sz="8132" kern="1200">
        <a:solidFill>
          <a:schemeClr val="tx1"/>
        </a:solidFill>
        <a:latin typeface="Arial" charset="0"/>
        <a:ea typeface="+mn-ea"/>
        <a:cs typeface="+mn-cs"/>
      </a:defRPr>
    </a:lvl7pPr>
    <a:lvl8pPr marL="4266453" algn="l" defTabSz="1218987" rtl="0" eaLnBrk="1" latinLnBrk="0" hangingPunct="1">
      <a:defRPr sz="8132" kern="1200">
        <a:solidFill>
          <a:schemeClr val="tx1"/>
        </a:solidFill>
        <a:latin typeface="Arial" charset="0"/>
        <a:ea typeface="+mn-ea"/>
        <a:cs typeface="+mn-cs"/>
      </a:defRPr>
    </a:lvl8pPr>
    <a:lvl9pPr marL="4875947" algn="l" defTabSz="1218987" rtl="0" eaLnBrk="1" latinLnBrk="0" hangingPunct="1">
      <a:defRPr sz="813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90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45" autoAdjust="0"/>
    <p:restoredTop sz="94660"/>
  </p:normalViewPr>
  <p:slideViewPr>
    <p:cSldViewPr>
      <p:cViewPr varScale="1">
        <p:scale>
          <a:sx n="10" d="100"/>
          <a:sy n="10" d="100"/>
        </p:scale>
        <p:origin x="2500" y="244"/>
      </p:cViewPr>
      <p:guideLst>
        <p:guide orient="horz" pos="13607"/>
        <p:guide pos="907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137F34-5DDC-4C31-BA02-2277B1A4CE6D}" type="slidenum">
              <a:rPr lang="pt-BR"/>
              <a:pPr/>
              <a:t>‹nº›</a:t>
            </a:fld>
            <a:endParaRPr lang="pt-BR"/>
          </a:p>
        </p:txBody>
      </p:sp>
    </p:spTree>
    <p:extLst>
      <p:ext uri="{BB962C8B-B14F-4D97-AF65-F5344CB8AC3E}">
        <p14:creationId xmlns:p14="http://schemas.microsoft.com/office/powerpoint/2010/main" val="1943160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2052" name="Rectangle 4"/>
          <p:cNvSpPr>
            <a:spLocks noGrp="1" noRot="1" noChangeAspect="1" noChangeArrowheads="1" noTextEdit="1"/>
          </p:cNvSpPr>
          <p:nvPr>
            <p:ph type="sldImg" idx="2"/>
          </p:nvPr>
        </p:nvSpPr>
        <p:spPr bwMode="auto">
          <a:xfrm>
            <a:off x="2286000" y="685800"/>
            <a:ext cx="2286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37B61E2-BDFA-4896-B4A2-5CC42FC61C0E}" type="slidenum">
              <a:rPr lang="pt-BR"/>
              <a:pPr/>
              <a:t>‹nº›</a:t>
            </a:fld>
            <a:endParaRPr lang="pt-BR"/>
          </a:p>
        </p:txBody>
      </p:sp>
    </p:spTree>
    <p:extLst>
      <p:ext uri="{BB962C8B-B14F-4D97-AF65-F5344CB8AC3E}">
        <p14:creationId xmlns:p14="http://schemas.microsoft.com/office/powerpoint/2010/main" val="392185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rial" charset="0"/>
        <a:ea typeface="+mn-ea"/>
        <a:cs typeface="+mn-cs"/>
      </a:defRPr>
    </a:lvl1pPr>
    <a:lvl2pPr marL="609493" algn="l" rtl="0" eaLnBrk="0" fontAlgn="base" hangingPunct="0">
      <a:spcBef>
        <a:spcPct val="30000"/>
      </a:spcBef>
      <a:spcAft>
        <a:spcPct val="0"/>
      </a:spcAft>
      <a:defRPr sz="1600" kern="1200">
        <a:solidFill>
          <a:schemeClr val="tx1"/>
        </a:solidFill>
        <a:latin typeface="Arial" charset="0"/>
        <a:ea typeface="+mn-ea"/>
        <a:cs typeface="+mn-cs"/>
      </a:defRPr>
    </a:lvl2pPr>
    <a:lvl3pPr marL="1218987" algn="l" rtl="0" eaLnBrk="0" fontAlgn="base" hangingPunct="0">
      <a:spcBef>
        <a:spcPct val="30000"/>
      </a:spcBef>
      <a:spcAft>
        <a:spcPct val="0"/>
      </a:spcAft>
      <a:defRPr sz="1600" kern="1200">
        <a:solidFill>
          <a:schemeClr val="tx1"/>
        </a:solidFill>
        <a:latin typeface="Arial" charset="0"/>
        <a:ea typeface="+mn-ea"/>
        <a:cs typeface="+mn-cs"/>
      </a:defRPr>
    </a:lvl3pPr>
    <a:lvl4pPr marL="1828480" algn="l" rtl="0" eaLnBrk="0" fontAlgn="base" hangingPunct="0">
      <a:spcBef>
        <a:spcPct val="30000"/>
      </a:spcBef>
      <a:spcAft>
        <a:spcPct val="0"/>
      </a:spcAft>
      <a:defRPr sz="1600" kern="1200">
        <a:solidFill>
          <a:schemeClr val="tx1"/>
        </a:solidFill>
        <a:latin typeface="Arial" charset="0"/>
        <a:ea typeface="+mn-ea"/>
        <a:cs typeface="+mn-cs"/>
      </a:defRPr>
    </a:lvl4pPr>
    <a:lvl5pPr marL="2437973" algn="l" rtl="0" eaLnBrk="0" fontAlgn="base" hangingPunct="0">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a:noFill/>
          <a:ln/>
        </p:spPr>
        <p:txBody>
          <a:bodyPr/>
          <a:lstStyle/>
          <a:p>
            <a:pPr eaLnBrk="1" hangingPunct="1">
              <a:spcBef>
                <a:spcPct val="0"/>
              </a:spcBef>
            </a:pPr>
            <a:endParaRPr lang="en-US" dirty="0">
              <a:ea typeface="ＭＳ Ｐゴシック" pitchFamily="34" charset="-128"/>
            </a:endParaRPr>
          </a:p>
        </p:txBody>
      </p:sp>
      <p:sp>
        <p:nvSpPr>
          <p:cNvPr id="5124" name="Slide Number Placeholder 3"/>
          <p:cNvSpPr>
            <a:spLocks noGrp="1"/>
          </p:cNvSpPr>
          <p:nvPr>
            <p:ph type="sldNum" sz="quarter" idx="5"/>
          </p:nvPr>
        </p:nvSpPr>
        <p:spPr>
          <a:noFill/>
        </p:spPr>
        <p:txBody>
          <a:bodyPr/>
          <a:lstStyle/>
          <a:p>
            <a:fld id="{E1035EDA-CF5D-4260-93D3-A3EA22A42075}" type="slidenum">
              <a:rPr lang="pt-BR">
                <a:latin typeface="Calibri" pitchFamily="34" charset="0"/>
                <a:ea typeface="ＭＳ Ｐゴシック" pitchFamily="34" charset="-128"/>
              </a:rPr>
              <a:pPr/>
              <a:t>1</a:t>
            </a:fld>
            <a:endParaRPr lang="pt-BR">
              <a:latin typeface="Calibri" pitchFamily="34" charset="0"/>
              <a:ea typeface="ＭＳ Ｐゴシック" pitchFamily="34" charset="-128"/>
            </a:endParaRPr>
          </a:p>
        </p:txBody>
      </p:sp>
    </p:spTree>
    <p:extLst>
      <p:ext uri="{BB962C8B-B14F-4D97-AF65-F5344CB8AC3E}">
        <p14:creationId xmlns:p14="http://schemas.microsoft.com/office/powerpoint/2010/main" val="1418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880" y="13420305"/>
            <a:ext cx="24478668" cy="9259395"/>
          </a:xfrm>
        </p:spPr>
        <p:txBody>
          <a:bodyPr/>
          <a:lstStyle/>
          <a:p>
            <a:r>
              <a:rPr lang="pt-BR"/>
              <a:t>Clique para editar o estilo do título mestre</a:t>
            </a:r>
          </a:p>
        </p:txBody>
      </p:sp>
      <p:sp>
        <p:nvSpPr>
          <p:cNvPr id="3" name="Subtítulo 2"/>
          <p:cNvSpPr>
            <a:spLocks noGrp="1"/>
          </p:cNvSpPr>
          <p:nvPr>
            <p:ph type="subTitle" idx="1"/>
          </p:nvPr>
        </p:nvSpPr>
        <p:spPr>
          <a:xfrm>
            <a:off x="4319642" y="24480786"/>
            <a:ext cx="20161144" cy="11039316"/>
          </a:xfrm>
        </p:spPr>
        <p:txBody>
          <a:bodyPr/>
          <a:lstStyle>
            <a:lvl1pPr marL="0" indent="0" algn="ctr">
              <a:buNone/>
              <a:defRPr/>
            </a:lvl1pPr>
            <a:lvl2pPr marL="609539" indent="0" algn="ctr">
              <a:buNone/>
              <a:defRPr/>
            </a:lvl2pPr>
            <a:lvl3pPr marL="1219078" indent="0" algn="ctr">
              <a:buNone/>
              <a:defRPr/>
            </a:lvl3pPr>
            <a:lvl4pPr marL="1828617" indent="0" algn="ctr">
              <a:buNone/>
              <a:defRPr/>
            </a:lvl4pPr>
            <a:lvl5pPr marL="2438156" indent="0" algn="ctr">
              <a:buNone/>
              <a:defRPr/>
            </a:lvl5pPr>
            <a:lvl6pPr marL="3047695" indent="0" algn="ctr">
              <a:buNone/>
              <a:defRPr/>
            </a:lvl6pPr>
            <a:lvl7pPr marL="3657234" indent="0" algn="ctr">
              <a:buNone/>
              <a:defRPr/>
            </a:lvl7pPr>
            <a:lvl8pPr marL="4266773" indent="0" algn="ctr">
              <a:buNone/>
              <a:defRPr/>
            </a:lvl8pPr>
            <a:lvl9pPr marL="4876312"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3FD650F0-8AAD-48EF-B3D3-2345F45EF8B2}" type="slidenum">
              <a:rPr lang="pt-B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8DC96D8B-5E5D-4756-AFBB-3EBE1D3ED4DA}" type="slidenum">
              <a:rPr lang="pt-B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5166" y="27761258"/>
            <a:ext cx="24480784" cy="8580021"/>
          </a:xfrm>
        </p:spPr>
        <p:txBody>
          <a:bodyPr anchor="t"/>
          <a:lstStyle>
            <a:lvl1pPr algn="l">
              <a:defRPr sz="5333" b="1" cap="all"/>
            </a:lvl1pPr>
          </a:lstStyle>
          <a:p>
            <a:r>
              <a:rPr lang="pt-BR"/>
              <a:t>Clique para editar o estilo do título mestre</a:t>
            </a:r>
          </a:p>
        </p:txBody>
      </p:sp>
      <p:sp>
        <p:nvSpPr>
          <p:cNvPr id="3" name="Espaço Reservado para Texto 2"/>
          <p:cNvSpPr>
            <a:spLocks noGrp="1"/>
          </p:cNvSpPr>
          <p:nvPr>
            <p:ph type="body" idx="1"/>
          </p:nvPr>
        </p:nvSpPr>
        <p:spPr>
          <a:xfrm>
            <a:off x="2275166" y="18309267"/>
            <a:ext cx="24480784" cy="9451991"/>
          </a:xfrm>
        </p:spPr>
        <p:txBody>
          <a:bodyPr anchor="b"/>
          <a:lstStyle>
            <a:lvl1pPr marL="0" indent="0">
              <a:buNone/>
              <a:defRPr sz="2666"/>
            </a:lvl1pPr>
            <a:lvl2pPr marL="609539" indent="0">
              <a:buNone/>
              <a:defRPr sz="2400"/>
            </a:lvl2pPr>
            <a:lvl3pPr marL="1219078" indent="0">
              <a:buNone/>
              <a:defRPr sz="2133"/>
            </a:lvl3pPr>
            <a:lvl4pPr marL="1828617" indent="0">
              <a:buNone/>
              <a:defRPr sz="1866"/>
            </a:lvl4pPr>
            <a:lvl5pPr marL="2438156" indent="0">
              <a:buNone/>
              <a:defRPr sz="1866"/>
            </a:lvl5pPr>
            <a:lvl6pPr marL="3047695" indent="0">
              <a:buNone/>
              <a:defRPr sz="1866"/>
            </a:lvl6pPr>
            <a:lvl7pPr marL="3657234" indent="0">
              <a:buNone/>
              <a:defRPr sz="1866"/>
            </a:lvl7pPr>
            <a:lvl8pPr marL="4266773" indent="0">
              <a:buNone/>
              <a:defRPr sz="1866"/>
            </a:lvl8pPr>
            <a:lvl9pPr marL="4876312" indent="0">
              <a:buNone/>
              <a:defRPr sz="1866"/>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D877B64-938F-41A7-B468-783CF163B3B2}" type="slidenum">
              <a:rPr lang="pt-B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439175"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501801"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5DF3C380-F25C-4E70-B099-B699EC5ADAC9}" type="slidenum">
              <a:rPr lang="pt-B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1439175" y="9669985"/>
            <a:ext cx="12726114"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4" name="Espaço Reservado para Conteúdo 3"/>
          <p:cNvSpPr>
            <a:spLocks noGrp="1"/>
          </p:cNvSpPr>
          <p:nvPr>
            <p:ph sz="half" idx="2"/>
          </p:nvPr>
        </p:nvSpPr>
        <p:spPr>
          <a:xfrm>
            <a:off x="1439175" y="13699675"/>
            <a:ext cx="12726114"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0904" y="9669985"/>
            <a:ext cx="12730346"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6" name="Espaço Reservado para Conteúdo 5"/>
          <p:cNvSpPr>
            <a:spLocks noGrp="1"/>
          </p:cNvSpPr>
          <p:nvPr>
            <p:ph sz="quarter" idx="4"/>
          </p:nvPr>
        </p:nvSpPr>
        <p:spPr>
          <a:xfrm>
            <a:off x="14630904" y="13699675"/>
            <a:ext cx="12730346"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fld id="{9611D1C0-6B5C-4B42-9BF5-9656ED25A1D6}" type="slidenum">
              <a:rPr lang="pt-B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fld id="{F203E92E-70CD-434A-A365-47B3624C9D13}" type="slidenum">
              <a:rPr lang="pt-B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fld id="{BBEBB076-EF90-42B2-B80B-DD7B17B5D866}" type="slidenum">
              <a:rPr lang="pt-B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39175" y="1720661"/>
            <a:ext cx="9475273" cy="7318627"/>
          </a:xfrm>
        </p:spPr>
        <p:txBody>
          <a:bodyPr anchor="b"/>
          <a:lstStyle>
            <a:lvl1pPr algn="l">
              <a:defRPr sz="2666" b="1"/>
            </a:lvl1pPr>
          </a:lstStyle>
          <a:p>
            <a:r>
              <a:rPr lang="pt-BR"/>
              <a:t>Clique para editar o estilo do título mestre</a:t>
            </a:r>
          </a:p>
        </p:txBody>
      </p:sp>
      <p:sp>
        <p:nvSpPr>
          <p:cNvPr id="3" name="Espaço Reservado para Conteúdo 2"/>
          <p:cNvSpPr>
            <a:spLocks noGrp="1"/>
          </p:cNvSpPr>
          <p:nvPr>
            <p:ph idx="1"/>
          </p:nvPr>
        </p:nvSpPr>
        <p:spPr>
          <a:xfrm>
            <a:off x="11259425" y="1720662"/>
            <a:ext cx="16101825" cy="36870385"/>
          </a:xfrm>
        </p:spPr>
        <p:txBody>
          <a:bodyPr/>
          <a:lstStyle>
            <a:lvl1pPr>
              <a:defRPr sz="4266"/>
            </a:lvl1pPr>
            <a:lvl2pPr>
              <a:defRPr sz="3733"/>
            </a:lvl2pPr>
            <a:lvl3pPr>
              <a:defRPr sz="3200"/>
            </a:lvl3pPr>
            <a:lvl4pPr>
              <a:defRPr sz="2666"/>
            </a:lvl4pPr>
            <a:lvl5pPr>
              <a:defRPr sz="2666"/>
            </a:lvl5pPr>
            <a:lvl6pPr>
              <a:defRPr sz="2666"/>
            </a:lvl6pPr>
            <a:lvl7pPr>
              <a:defRPr sz="2666"/>
            </a:lvl7pPr>
            <a:lvl8pPr>
              <a:defRPr sz="2666"/>
            </a:lvl8pPr>
            <a:lvl9pPr>
              <a:defRPr sz="2666"/>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39175" y="9039287"/>
            <a:ext cx="9475273" cy="29551759"/>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17FA4729-5D1D-4D38-A25F-215095997037}" type="slidenum">
              <a:rPr lang="pt-B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4529" y="30239601"/>
            <a:ext cx="17280678" cy="3570424"/>
          </a:xfrm>
        </p:spPr>
        <p:txBody>
          <a:bodyPr anchor="b"/>
          <a:lstStyle>
            <a:lvl1pPr algn="l">
              <a:defRPr sz="2666" b="1"/>
            </a:lvl1pPr>
          </a:lstStyle>
          <a:p>
            <a:r>
              <a:rPr lang="pt-BR"/>
              <a:t>Clique para editar o estilo do título mestre</a:t>
            </a:r>
          </a:p>
        </p:txBody>
      </p:sp>
      <p:sp>
        <p:nvSpPr>
          <p:cNvPr id="3" name="Espaço Reservado para Imagem 2"/>
          <p:cNvSpPr>
            <a:spLocks noGrp="1"/>
          </p:cNvSpPr>
          <p:nvPr>
            <p:ph type="pic" idx="1"/>
          </p:nvPr>
        </p:nvSpPr>
        <p:spPr>
          <a:xfrm>
            <a:off x="5644529" y="3860375"/>
            <a:ext cx="17280678" cy="25919960"/>
          </a:xfrm>
        </p:spPr>
        <p:txBody>
          <a:bodyPr/>
          <a:lstStyle>
            <a:lvl1pPr marL="0" indent="0">
              <a:buNone/>
              <a:defRPr sz="4266"/>
            </a:lvl1pPr>
            <a:lvl2pPr marL="609539" indent="0">
              <a:buNone/>
              <a:defRPr sz="3733"/>
            </a:lvl2pPr>
            <a:lvl3pPr marL="1219078" indent="0">
              <a:buNone/>
              <a:defRPr sz="3200"/>
            </a:lvl3pPr>
            <a:lvl4pPr marL="1828617" indent="0">
              <a:buNone/>
              <a:defRPr sz="2666"/>
            </a:lvl4pPr>
            <a:lvl5pPr marL="2438156" indent="0">
              <a:buNone/>
              <a:defRPr sz="2666"/>
            </a:lvl5pPr>
            <a:lvl6pPr marL="3047695" indent="0">
              <a:buNone/>
              <a:defRPr sz="2666"/>
            </a:lvl6pPr>
            <a:lvl7pPr marL="3657234" indent="0">
              <a:buNone/>
              <a:defRPr sz="2666"/>
            </a:lvl7pPr>
            <a:lvl8pPr marL="4266773" indent="0">
              <a:buNone/>
              <a:defRPr sz="2666"/>
            </a:lvl8pPr>
            <a:lvl9pPr marL="4876312" indent="0">
              <a:buNone/>
              <a:defRPr sz="2666"/>
            </a:lvl9pPr>
          </a:lstStyle>
          <a:p>
            <a:pPr lvl="0"/>
            <a:endParaRPr lang="pt-BR" noProof="0"/>
          </a:p>
        </p:txBody>
      </p:sp>
      <p:sp>
        <p:nvSpPr>
          <p:cNvPr id="4" name="Espaço Reservado para Texto 3"/>
          <p:cNvSpPr>
            <a:spLocks noGrp="1"/>
          </p:cNvSpPr>
          <p:nvPr>
            <p:ph type="body" sz="half" idx="2"/>
          </p:nvPr>
        </p:nvSpPr>
        <p:spPr>
          <a:xfrm>
            <a:off x="5644529" y="33810024"/>
            <a:ext cx="17280678" cy="5070974"/>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96B7DF24-3BB9-4DC6-A067-2A7C35CBC9DF}" type="slidenum">
              <a:rPr lang="pt-B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E9B3DDCC-A5AA-4FD1-B372-9424E989D2BC}" type="slidenum">
              <a:rPr lang="pt-B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880732" y="1729128"/>
            <a:ext cx="6480519" cy="36861919"/>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1439175" y="1729128"/>
            <a:ext cx="19238379" cy="36861919"/>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6A33422-2CED-4084-A0A2-878BA7696C06}" type="slidenum">
              <a:rPr lang="pt-B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39175" y="1729128"/>
            <a:ext cx="25922076" cy="7200106"/>
          </a:xfrm>
          <a:prstGeom prst="rect">
            <a:avLst/>
          </a:prstGeom>
          <a:noFill/>
          <a:ln w="9525">
            <a:noFill/>
            <a:miter lim="800000"/>
            <a:headEnd/>
            <a:tailEnd/>
          </a:ln>
        </p:spPr>
        <p:txBody>
          <a:bodyPr vert="horz" wrap="square" lIns="308610" tIns="154305" rIns="308610" bIns="154305" numCol="1" anchor="ctr" anchorCtr="0" compatLnSpc="1">
            <a:prstTxWarp prst="textNoShape">
              <a:avLst/>
            </a:prstTxWarp>
          </a:bodyPr>
          <a:lstStyle/>
          <a:p>
            <a:pPr lvl="0"/>
            <a:r>
              <a:rPr lang="pt-BR"/>
              <a:t>Clique para editar o estilo do título mestre</a:t>
            </a:r>
          </a:p>
        </p:txBody>
      </p:sp>
      <p:sp>
        <p:nvSpPr>
          <p:cNvPr id="1027" name="Rectangle 3"/>
          <p:cNvSpPr>
            <a:spLocks noGrp="1" noChangeArrowheads="1"/>
          </p:cNvSpPr>
          <p:nvPr>
            <p:ph type="body" idx="1"/>
          </p:nvPr>
        </p:nvSpPr>
        <p:spPr bwMode="auto">
          <a:xfrm>
            <a:off x="1439175" y="10080573"/>
            <a:ext cx="25922076" cy="28510473"/>
          </a:xfrm>
          <a:prstGeom prst="rect">
            <a:avLst/>
          </a:prstGeom>
          <a:noFill/>
          <a:ln w="9525">
            <a:noFill/>
            <a:miter lim="800000"/>
            <a:headEnd/>
            <a:tailEnd/>
          </a:ln>
        </p:spPr>
        <p:txBody>
          <a:bodyPr vert="horz" wrap="square" lIns="308610" tIns="154305" rIns="308610" bIns="154305"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1028" name="Rectangle 4"/>
          <p:cNvSpPr>
            <a:spLocks noGrp="1" noChangeArrowheads="1"/>
          </p:cNvSpPr>
          <p:nvPr>
            <p:ph type="dt" sz="half" idx="2"/>
          </p:nvPr>
        </p:nvSpPr>
        <p:spPr bwMode="auto">
          <a:xfrm>
            <a:off x="1439175"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eaLnBrk="1" hangingPunct="1">
              <a:defRPr sz="6266">
                <a:latin typeface="Arial" charset="0"/>
              </a:defRPr>
            </a:lvl1pPr>
          </a:lstStyle>
          <a:p>
            <a:pPr>
              <a:defRPr/>
            </a:pPr>
            <a:endParaRPr lang="pt-BR"/>
          </a:p>
        </p:txBody>
      </p:sp>
      <p:sp>
        <p:nvSpPr>
          <p:cNvPr id="1029" name="Rectangle 5"/>
          <p:cNvSpPr>
            <a:spLocks noGrp="1" noChangeArrowheads="1"/>
          </p:cNvSpPr>
          <p:nvPr>
            <p:ph type="ftr" sz="quarter" idx="3"/>
          </p:nvPr>
        </p:nvSpPr>
        <p:spPr bwMode="auto">
          <a:xfrm>
            <a:off x="9839300" y="39340264"/>
            <a:ext cx="9121828"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ctr" eaLnBrk="1" hangingPunct="1">
              <a:defRPr sz="6266">
                <a:latin typeface="Arial" charset="0"/>
              </a:defRPr>
            </a:lvl1pPr>
          </a:lstStyle>
          <a:p>
            <a:pPr>
              <a:defRPr/>
            </a:pPr>
            <a:endParaRPr lang="pt-BR"/>
          </a:p>
        </p:txBody>
      </p:sp>
      <p:sp>
        <p:nvSpPr>
          <p:cNvPr id="1030" name="Rectangle 6"/>
          <p:cNvSpPr>
            <a:spLocks noGrp="1" noChangeArrowheads="1"/>
          </p:cNvSpPr>
          <p:nvPr>
            <p:ph type="sldNum" sz="quarter" idx="4"/>
          </p:nvPr>
        </p:nvSpPr>
        <p:spPr bwMode="auto">
          <a:xfrm>
            <a:off x="20639458"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r" eaLnBrk="1" hangingPunct="1">
              <a:defRPr sz="6266"/>
            </a:lvl1pPr>
          </a:lstStyle>
          <a:p>
            <a:fld id="{9D20D27F-DE98-4825-9B81-BD19507AA243}" type="slidenum">
              <a:rPr lang="pt-B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4389" rtl="0" eaLnBrk="0" fontAlgn="base" hangingPunct="0">
        <a:spcBef>
          <a:spcPct val="0"/>
        </a:spcBef>
        <a:spcAft>
          <a:spcPct val="0"/>
        </a:spcAft>
        <a:defRPr sz="19865">
          <a:solidFill>
            <a:schemeClr val="tx2"/>
          </a:solidFill>
          <a:latin typeface="+mj-lt"/>
          <a:ea typeface="+mj-ea"/>
          <a:cs typeface="+mj-cs"/>
        </a:defRPr>
      </a:lvl1pPr>
      <a:lvl2pPr algn="ctr" defTabSz="4114389" rtl="0" eaLnBrk="0" fontAlgn="base" hangingPunct="0">
        <a:spcBef>
          <a:spcPct val="0"/>
        </a:spcBef>
        <a:spcAft>
          <a:spcPct val="0"/>
        </a:spcAft>
        <a:defRPr sz="19865">
          <a:solidFill>
            <a:schemeClr val="tx2"/>
          </a:solidFill>
          <a:latin typeface="Arial" charset="0"/>
        </a:defRPr>
      </a:lvl2pPr>
      <a:lvl3pPr algn="ctr" defTabSz="4114389" rtl="0" eaLnBrk="0" fontAlgn="base" hangingPunct="0">
        <a:spcBef>
          <a:spcPct val="0"/>
        </a:spcBef>
        <a:spcAft>
          <a:spcPct val="0"/>
        </a:spcAft>
        <a:defRPr sz="19865">
          <a:solidFill>
            <a:schemeClr val="tx2"/>
          </a:solidFill>
          <a:latin typeface="Arial" charset="0"/>
        </a:defRPr>
      </a:lvl3pPr>
      <a:lvl4pPr algn="ctr" defTabSz="4114389" rtl="0" eaLnBrk="0" fontAlgn="base" hangingPunct="0">
        <a:spcBef>
          <a:spcPct val="0"/>
        </a:spcBef>
        <a:spcAft>
          <a:spcPct val="0"/>
        </a:spcAft>
        <a:defRPr sz="19865">
          <a:solidFill>
            <a:schemeClr val="tx2"/>
          </a:solidFill>
          <a:latin typeface="Arial" charset="0"/>
        </a:defRPr>
      </a:lvl4pPr>
      <a:lvl5pPr algn="ctr" defTabSz="4114389" rtl="0" eaLnBrk="0" fontAlgn="base" hangingPunct="0">
        <a:spcBef>
          <a:spcPct val="0"/>
        </a:spcBef>
        <a:spcAft>
          <a:spcPct val="0"/>
        </a:spcAft>
        <a:defRPr sz="19865">
          <a:solidFill>
            <a:schemeClr val="tx2"/>
          </a:solidFill>
          <a:latin typeface="Arial" charset="0"/>
        </a:defRPr>
      </a:lvl5pPr>
      <a:lvl6pPr marL="609539" algn="ctr" defTabSz="4114389" rtl="0" fontAlgn="base">
        <a:spcBef>
          <a:spcPct val="0"/>
        </a:spcBef>
        <a:spcAft>
          <a:spcPct val="0"/>
        </a:spcAft>
        <a:defRPr sz="19865">
          <a:solidFill>
            <a:schemeClr val="tx2"/>
          </a:solidFill>
          <a:latin typeface="Arial" charset="0"/>
        </a:defRPr>
      </a:lvl6pPr>
      <a:lvl7pPr marL="1219078" algn="ctr" defTabSz="4114389" rtl="0" fontAlgn="base">
        <a:spcBef>
          <a:spcPct val="0"/>
        </a:spcBef>
        <a:spcAft>
          <a:spcPct val="0"/>
        </a:spcAft>
        <a:defRPr sz="19865">
          <a:solidFill>
            <a:schemeClr val="tx2"/>
          </a:solidFill>
          <a:latin typeface="Arial" charset="0"/>
        </a:defRPr>
      </a:lvl7pPr>
      <a:lvl8pPr marL="1828617" algn="ctr" defTabSz="4114389" rtl="0" fontAlgn="base">
        <a:spcBef>
          <a:spcPct val="0"/>
        </a:spcBef>
        <a:spcAft>
          <a:spcPct val="0"/>
        </a:spcAft>
        <a:defRPr sz="19865">
          <a:solidFill>
            <a:schemeClr val="tx2"/>
          </a:solidFill>
          <a:latin typeface="Arial" charset="0"/>
        </a:defRPr>
      </a:lvl8pPr>
      <a:lvl9pPr marL="2438156" algn="ctr" defTabSz="4114389" rtl="0" fontAlgn="base">
        <a:spcBef>
          <a:spcPct val="0"/>
        </a:spcBef>
        <a:spcAft>
          <a:spcPct val="0"/>
        </a:spcAft>
        <a:defRPr sz="19865">
          <a:solidFill>
            <a:schemeClr val="tx2"/>
          </a:solidFill>
          <a:latin typeface="Arial" charset="0"/>
        </a:defRPr>
      </a:lvl9pPr>
    </p:titleStyle>
    <p:bodyStyle>
      <a:lvl1pPr marL="1542896" indent="-1542896" algn="l" defTabSz="4114389" rtl="0" eaLnBrk="0" fontAlgn="base" hangingPunct="0">
        <a:spcBef>
          <a:spcPct val="20000"/>
        </a:spcBef>
        <a:spcAft>
          <a:spcPct val="0"/>
        </a:spcAft>
        <a:buChar char="•"/>
        <a:defRPr sz="14399">
          <a:solidFill>
            <a:schemeClr val="tx1"/>
          </a:solidFill>
          <a:latin typeface="+mn-lt"/>
          <a:ea typeface="+mn-ea"/>
          <a:cs typeface="+mn-cs"/>
        </a:defRPr>
      </a:lvl1pPr>
      <a:lvl2pPr marL="3343999" indent="-1286805" algn="l" defTabSz="4114389" rtl="0" eaLnBrk="0" fontAlgn="base" hangingPunct="0">
        <a:spcBef>
          <a:spcPct val="20000"/>
        </a:spcBef>
        <a:spcAft>
          <a:spcPct val="0"/>
        </a:spcAft>
        <a:buChar char="–"/>
        <a:defRPr sz="12665">
          <a:solidFill>
            <a:schemeClr val="tx1"/>
          </a:solidFill>
          <a:latin typeface="+mn-lt"/>
        </a:defRPr>
      </a:lvl2pPr>
      <a:lvl3pPr marL="5142986" indent="-1028597" algn="l" defTabSz="4114389" rtl="0" eaLnBrk="0" fontAlgn="base" hangingPunct="0">
        <a:spcBef>
          <a:spcPct val="20000"/>
        </a:spcBef>
        <a:spcAft>
          <a:spcPct val="0"/>
        </a:spcAft>
        <a:buChar char="•"/>
        <a:defRPr sz="10799">
          <a:solidFill>
            <a:schemeClr val="tx1"/>
          </a:solidFill>
          <a:latin typeface="+mn-lt"/>
        </a:defRPr>
      </a:lvl3pPr>
      <a:lvl4pPr marL="7200180" indent="-1028597" algn="l" defTabSz="4114389" rtl="0" eaLnBrk="0" fontAlgn="base" hangingPunct="0">
        <a:spcBef>
          <a:spcPct val="20000"/>
        </a:spcBef>
        <a:spcAft>
          <a:spcPct val="0"/>
        </a:spcAft>
        <a:buChar char="–"/>
        <a:defRPr sz="9066">
          <a:solidFill>
            <a:schemeClr val="tx1"/>
          </a:solidFill>
          <a:latin typeface="+mn-lt"/>
        </a:defRPr>
      </a:lvl4pPr>
      <a:lvl5pPr marL="9257374" indent="-1028597" algn="l" defTabSz="4114389" rtl="0" eaLnBrk="0" fontAlgn="base" hangingPunct="0">
        <a:spcBef>
          <a:spcPct val="20000"/>
        </a:spcBef>
        <a:spcAft>
          <a:spcPct val="0"/>
        </a:spcAft>
        <a:buChar char="»"/>
        <a:defRPr sz="9066">
          <a:solidFill>
            <a:schemeClr val="tx1"/>
          </a:solidFill>
          <a:latin typeface="+mn-lt"/>
        </a:defRPr>
      </a:lvl5pPr>
      <a:lvl6pPr marL="9866913" indent="-1028597" algn="l" defTabSz="4114389" rtl="0" fontAlgn="base">
        <a:spcBef>
          <a:spcPct val="20000"/>
        </a:spcBef>
        <a:spcAft>
          <a:spcPct val="0"/>
        </a:spcAft>
        <a:buChar char="»"/>
        <a:defRPr sz="9066">
          <a:solidFill>
            <a:schemeClr val="tx1"/>
          </a:solidFill>
          <a:latin typeface="+mn-lt"/>
        </a:defRPr>
      </a:lvl6pPr>
      <a:lvl7pPr marL="10476452" indent="-1028597" algn="l" defTabSz="4114389" rtl="0" fontAlgn="base">
        <a:spcBef>
          <a:spcPct val="20000"/>
        </a:spcBef>
        <a:spcAft>
          <a:spcPct val="0"/>
        </a:spcAft>
        <a:buChar char="»"/>
        <a:defRPr sz="9066">
          <a:solidFill>
            <a:schemeClr val="tx1"/>
          </a:solidFill>
          <a:latin typeface="+mn-lt"/>
        </a:defRPr>
      </a:lvl7pPr>
      <a:lvl8pPr marL="11085991" indent="-1028597" algn="l" defTabSz="4114389" rtl="0" fontAlgn="base">
        <a:spcBef>
          <a:spcPct val="20000"/>
        </a:spcBef>
        <a:spcAft>
          <a:spcPct val="0"/>
        </a:spcAft>
        <a:buChar char="»"/>
        <a:defRPr sz="9066">
          <a:solidFill>
            <a:schemeClr val="tx1"/>
          </a:solidFill>
          <a:latin typeface="+mn-lt"/>
        </a:defRPr>
      </a:lvl8pPr>
      <a:lvl9pPr marL="11695530" indent="-1028597" algn="l" defTabSz="4114389" rtl="0" fontAlgn="base">
        <a:spcBef>
          <a:spcPct val="20000"/>
        </a:spcBef>
        <a:spcAft>
          <a:spcPct val="0"/>
        </a:spcAft>
        <a:buChar char="»"/>
        <a:defRPr sz="9066">
          <a:solidFill>
            <a:schemeClr val="tx1"/>
          </a:solidFill>
          <a:latin typeface="+mn-lt"/>
        </a:defRPr>
      </a:lvl9pPr>
    </p:bodyStyle>
    <p:otherStyle>
      <a:defPPr>
        <a:defRPr lang="pt-BR"/>
      </a:defPPr>
      <a:lvl1pPr marL="0" algn="l" defTabSz="1219078" rtl="0" eaLnBrk="1" latinLnBrk="0" hangingPunct="1">
        <a:defRPr sz="2400" kern="1200">
          <a:solidFill>
            <a:schemeClr val="tx1"/>
          </a:solidFill>
          <a:latin typeface="+mn-lt"/>
          <a:ea typeface="+mn-ea"/>
          <a:cs typeface="+mn-cs"/>
        </a:defRPr>
      </a:lvl1pPr>
      <a:lvl2pPr marL="609539" algn="l" defTabSz="1219078" rtl="0" eaLnBrk="1" latinLnBrk="0" hangingPunct="1">
        <a:defRPr sz="2400" kern="1200">
          <a:solidFill>
            <a:schemeClr val="tx1"/>
          </a:solidFill>
          <a:latin typeface="+mn-lt"/>
          <a:ea typeface="+mn-ea"/>
          <a:cs typeface="+mn-cs"/>
        </a:defRPr>
      </a:lvl2pPr>
      <a:lvl3pPr marL="1219078" algn="l" defTabSz="1219078" rtl="0" eaLnBrk="1" latinLnBrk="0" hangingPunct="1">
        <a:defRPr sz="2400" kern="1200">
          <a:solidFill>
            <a:schemeClr val="tx1"/>
          </a:solidFill>
          <a:latin typeface="+mn-lt"/>
          <a:ea typeface="+mn-ea"/>
          <a:cs typeface="+mn-cs"/>
        </a:defRPr>
      </a:lvl3pPr>
      <a:lvl4pPr marL="1828617" algn="l" defTabSz="1219078" rtl="0" eaLnBrk="1" latinLnBrk="0" hangingPunct="1">
        <a:defRPr sz="2400" kern="1200">
          <a:solidFill>
            <a:schemeClr val="tx1"/>
          </a:solidFill>
          <a:latin typeface="+mn-lt"/>
          <a:ea typeface="+mn-ea"/>
          <a:cs typeface="+mn-cs"/>
        </a:defRPr>
      </a:lvl4pPr>
      <a:lvl5pPr marL="2438156" algn="l" defTabSz="1219078" rtl="0" eaLnBrk="1" latinLnBrk="0" hangingPunct="1">
        <a:defRPr sz="2400" kern="1200">
          <a:solidFill>
            <a:schemeClr val="tx1"/>
          </a:solidFill>
          <a:latin typeface="+mn-lt"/>
          <a:ea typeface="+mn-ea"/>
          <a:cs typeface="+mn-cs"/>
        </a:defRPr>
      </a:lvl5pPr>
      <a:lvl6pPr marL="3047695" algn="l" defTabSz="1219078" rtl="0" eaLnBrk="1" latinLnBrk="0" hangingPunct="1">
        <a:defRPr sz="2400" kern="1200">
          <a:solidFill>
            <a:schemeClr val="tx1"/>
          </a:solidFill>
          <a:latin typeface="+mn-lt"/>
          <a:ea typeface="+mn-ea"/>
          <a:cs typeface="+mn-cs"/>
        </a:defRPr>
      </a:lvl6pPr>
      <a:lvl7pPr marL="3657234" algn="l" defTabSz="1219078" rtl="0" eaLnBrk="1" latinLnBrk="0" hangingPunct="1">
        <a:defRPr sz="2400" kern="1200">
          <a:solidFill>
            <a:schemeClr val="tx1"/>
          </a:solidFill>
          <a:latin typeface="+mn-lt"/>
          <a:ea typeface="+mn-ea"/>
          <a:cs typeface="+mn-cs"/>
        </a:defRPr>
      </a:lvl7pPr>
      <a:lvl8pPr marL="4266773" algn="l" defTabSz="1219078" rtl="0" eaLnBrk="1" latinLnBrk="0" hangingPunct="1">
        <a:defRPr sz="2400" kern="1200">
          <a:solidFill>
            <a:schemeClr val="tx1"/>
          </a:solidFill>
          <a:latin typeface="+mn-lt"/>
          <a:ea typeface="+mn-ea"/>
          <a:cs typeface="+mn-cs"/>
        </a:defRPr>
      </a:lvl8pPr>
      <a:lvl9pPr marL="4876312" algn="l" defTabSz="1219078"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65B9183-D015-4EDA-BC8C-5077C4505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295"/>
            <a:ext cx="28774944" cy="43179343"/>
          </a:xfrm>
          <a:prstGeom prst="rect">
            <a:avLst/>
          </a:prstGeom>
        </p:spPr>
      </p:pic>
      <p:sp>
        <p:nvSpPr>
          <p:cNvPr id="4100" name="Rectangle 6"/>
          <p:cNvSpPr>
            <a:spLocks noChangeArrowheads="1"/>
          </p:cNvSpPr>
          <p:nvPr/>
        </p:nvSpPr>
        <p:spPr bwMode="auto">
          <a:xfrm>
            <a:off x="138999" y="2683502"/>
            <a:ext cx="28800425"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eaLnBrk="1" hangingPunct="1"/>
            <a:r>
              <a:rPr lang="pt-BR" sz="3733" b="1" dirty="0">
                <a:ea typeface="ＭＳ Ｐゴシック" pitchFamily="34" charset="-128"/>
                <a:cs typeface="Times New Roman" pitchFamily="18" charset="0"/>
              </a:rPr>
              <a:t>Beatriz de Castilho Ferreira; Lara Marina de Oliveira; Lucca Giordano; Vitor Utimura Locateli</a:t>
            </a:r>
          </a:p>
        </p:txBody>
      </p:sp>
      <p:sp>
        <p:nvSpPr>
          <p:cNvPr id="4102" name="TextBox 8"/>
          <p:cNvSpPr txBox="1">
            <a:spLocks noChangeArrowheads="1"/>
          </p:cNvSpPr>
          <p:nvPr/>
        </p:nvSpPr>
        <p:spPr bwMode="auto">
          <a:xfrm>
            <a:off x="690522" y="4992304"/>
            <a:ext cx="13284851" cy="4914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Sobre a equipe</a:t>
            </a:r>
          </a:p>
          <a:p>
            <a:pPr algn="just" defTabSz="1678349" eaLnBrk="1" hangingPunct="1">
              <a:spcAft>
                <a:spcPts val="1200"/>
              </a:spcAft>
            </a:pPr>
            <a:r>
              <a:rPr lang="pt-BR" sz="3733" dirty="0"/>
              <a:t>	</a:t>
            </a:r>
            <a:r>
              <a:rPr lang="pt-BR" sz="2400" dirty="0"/>
              <a:t>No projeto, Lucca Giordano assume o papel de Product Owner e tem como missão garantir que as entregas estejam alinhadas ao projeto. Além disso, Lucca ficou responsável pela parte técnica de robótica (sensores, atuadores e firmware) o que faz com que ele atue em termos técnicos. Beatriz Castilho desempenha a combinação de Scrum Master e DevOps, facilitando as recorrências, e também ficando responsável pela parte escrita do projeto, documentação, relatórios e comunicação. Vitor Locatelli atua como Hardware e Backend, cuidando do firmware, sensores, atuadores e garantindo que a parte física do produto funcione conforme especificado, além de seu desempenho com os servidores e APIs utilizados no dashboard interativo. Por fim, Lara Oliveira trabalha com Backend/Frontend, sendo responsável tanto pela lógica de negócio e APIs quanto pelo dashboard de UI/UX, a interface com o usuário, garantindo que o produto esteja integrado. </a:t>
            </a:r>
          </a:p>
        </p:txBody>
      </p:sp>
      <p:sp>
        <p:nvSpPr>
          <p:cNvPr id="4104" name="Rectangle 13"/>
          <p:cNvSpPr>
            <a:spLocks noChangeArrowheads="1"/>
          </p:cNvSpPr>
          <p:nvPr/>
        </p:nvSpPr>
        <p:spPr bwMode="auto">
          <a:xfrm>
            <a:off x="0" y="-669350"/>
            <a:ext cx="184731" cy="13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14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26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108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5pPr>
            <a:lvl6pPr marL="25146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6pPr>
            <a:lvl7pPr marL="29718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7pPr>
            <a:lvl8pPr marL="34290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8pPr>
            <a:lvl9pPr marL="38862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defRPr/>
            </a:pPr>
            <a:endParaRPr lang="en-US" sz="8099">
              <a:latin typeface="Arial" panose="020B0604020202020204" pitchFamily="34" charset="0"/>
            </a:endParaRPr>
          </a:p>
        </p:txBody>
      </p:sp>
      <p:sp>
        <p:nvSpPr>
          <p:cNvPr id="4108" name="Rectangle 2"/>
          <p:cNvSpPr>
            <a:spLocks noGrp="1" noChangeArrowheads="1"/>
          </p:cNvSpPr>
          <p:nvPr>
            <p:ph type="ctrTitle"/>
          </p:nvPr>
        </p:nvSpPr>
        <p:spPr>
          <a:xfrm>
            <a:off x="577055" y="1011796"/>
            <a:ext cx="27924315" cy="2258359"/>
          </a:xfrm>
        </p:spPr>
        <p:txBody>
          <a:bodyPr/>
          <a:lstStyle/>
          <a:p>
            <a:pPr eaLnBrk="1" hangingPunct="1"/>
            <a:r>
              <a:rPr lang="pt-BR" sz="5866" b="1" dirty="0"/>
              <a:t>Sala de Aula Inteligente</a:t>
            </a:r>
          </a:p>
        </p:txBody>
      </p:sp>
      <p:sp>
        <p:nvSpPr>
          <p:cNvPr id="4109" name="Rectangle 14"/>
          <p:cNvSpPr>
            <a:spLocks noChangeArrowheads="1"/>
          </p:cNvSpPr>
          <p:nvPr/>
        </p:nvSpPr>
        <p:spPr bwMode="auto">
          <a:xfrm>
            <a:off x="1540883" y="288300"/>
            <a:ext cx="25809904" cy="1619083"/>
          </a:xfrm>
          <a:prstGeom prst="rect">
            <a:avLst/>
          </a:prstGeom>
          <a:noFill/>
          <a:ln w="9525">
            <a:noFill/>
            <a:miter lim="800000"/>
            <a:headEnd/>
            <a:tailEnd/>
          </a:ln>
        </p:spPr>
        <p:txBody>
          <a:bodyPr lIns="411435" tIns="205717" rIns="411435" bIns="205717" anchor="ctr"/>
          <a:lstStyle/>
          <a:p>
            <a:pPr algn="ctr" eaLnBrk="1" hangingPunct="1"/>
            <a:r>
              <a:rPr lang="pt-BR" sz="7999" b="1" dirty="0">
                <a:solidFill>
                  <a:schemeClr val="bg1"/>
                </a:solidFill>
              </a:rPr>
              <a:t>Semana de Tecnologia FECAP 2025</a:t>
            </a:r>
          </a:p>
        </p:txBody>
      </p:sp>
      <p:sp>
        <p:nvSpPr>
          <p:cNvPr id="4" name="TextBox 8">
            <a:extLst>
              <a:ext uri="{FF2B5EF4-FFF2-40B4-BE49-F238E27FC236}">
                <a16:creationId xmlns:a16="http://schemas.microsoft.com/office/drawing/2014/main" id="{6D4C09D9-51BE-953B-669D-23F72BD2F12D}"/>
              </a:ext>
            </a:extLst>
          </p:cNvPr>
          <p:cNvSpPr txBox="1">
            <a:spLocks noChangeArrowheads="1"/>
          </p:cNvSpPr>
          <p:nvPr/>
        </p:nvSpPr>
        <p:spPr bwMode="auto">
          <a:xfrm>
            <a:off x="14653154" y="4992305"/>
            <a:ext cx="13284851" cy="5303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Problema a ser tratado</a:t>
            </a:r>
          </a:p>
          <a:p>
            <a:pPr algn="just" defTabSz="1678349" eaLnBrk="1" hangingPunct="1">
              <a:spcAft>
                <a:spcPts val="1200"/>
              </a:spcAft>
            </a:pPr>
            <a:r>
              <a:rPr lang="pt-BR" sz="3733" dirty="0"/>
              <a:t> </a:t>
            </a:r>
            <a:r>
              <a:rPr lang="pt-BR" sz="2666" dirty="0"/>
              <a:t>	</a:t>
            </a:r>
            <a:r>
              <a:rPr lang="pt-BR" sz="2400" dirty="0"/>
              <a:t> Muitas instituições de ensino enfrentam dificuldades para manter ambientes confortáveis, seguros e energeticamente eficientes, devido ao controle manual de dispositivos como ar-condicionado, iluminação e umidificadores. A ausência de um monitoramento contínuo da rede elétrica e da integração entre sensores e sistemas automatizados resulta em desperdício de energia, aumento de custos operacionais e falhas na detecção de anomalias elétricas. Além disso, a falta de respostas rápidas a variações de temperatura, luminosidade e umidade compromete o conforto térmico e a qualidade do ambiente de aprendizado, tornando a gestão das condições internas pouco eficiente e dependente de intervenções humanas constantes.</a:t>
            </a:r>
            <a:endParaRPr lang="pt-BR" sz="2666" dirty="0"/>
          </a:p>
          <a:p>
            <a:pPr algn="just" defTabSz="1678349" eaLnBrk="1" hangingPunct="1">
              <a:spcAft>
                <a:spcPts val="1200"/>
              </a:spcAft>
            </a:pPr>
            <a:endParaRPr lang="pt-BR" sz="2666" dirty="0"/>
          </a:p>
          <a:p>
            <a:pPr algn="just" defTabSz="1678349" eaLnBrk="1" hangingPunct="1">
              <a:spcAft>
                <a:spcPts val="1200"/>
              </a:spcAft>
            </a:pPr>
            <a:r>
              <a:rPr lang="pt-BR" sz="2666" dirty="0"/>
              <a:t>	</a:t>
            </a:r>
          </a:p>
        </p:txBody>
      </p:sp>
      <p:sp>
        <p:nvSpPr>
          <p:cNvPr id="7" name="TextBox 8">
            <a:extLst>
              <a:ext uri="{FF2B5EF4-FFF2-40B4-BE49-F238E27FC236}">
                <a16:creationId xmlns:a16="http://schemas.microsoft.com/office/drawing/2014/main" id="{C1758913-C53F-99C8-A545-3D8DE7E0ED34}"/>
              </a:ext>
            </a:extLst>
          </p:cNvPr>
          <p:cNvSpPr txBox="1">
            <a:spLocks noChangeArrowheads="1"/>
          </p:cNvSpPr>
          <p:nvPr/>
        </p:nvSpPr>
        <p:spPr bwMode="auto">
          <a:xfrm>
            <a:off x="577055" y="33776987"/>
            <a:ext cx="13318910" cy="6894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Solução proposta</a:t>
            </a:r>
          </a:p>
          <a:p>
            <a:pPr algn="just" defTabSz="1678349" eaLnBrk="1" hangingPunct="1"/>
            <a:endParaRPr lang="pt-BR" sz="1200" b="1" dirty="0">
              <a:ea typeface="ＭＳ Ｐゴシック" pitchFamily="34" charset="-128"/>
            </a:endParaRPr>
          </a:p>
          <a:p>
            <a:pPr algn="just" defTabSz="1678349" eaLnBrk="1" hangingPunct="1">
              <a:spcAft>
                <a:spcPts val="1200"/>
              </a:spcAft>
            </a:pPr>
            <a:r>
              <a:rPr lang="pt-BR" sz="1200" dirty="0"/>
              <a:t> 	 </a:t>
            </a:r>
            <a:r>
              <a:rPr lang="pt-BR" sz="2400" dirty="0"/>
              <a:t>O processo começa com a detecção de presença na sala, que automaticamente aciona o conforto imediato: luzes são ligadas via relé e o ar-condicionado é ativado por comandos infravermelhos.</a:t>
            </a:r>
          </a:p>
          <a:p>
            <a:pPr algn="just" defTabSz="1678349" eaLnBrk="1" hangingPunct="1">
              <a:spcAft>
                <a:spcPts val="1200"/>
              </a:spcAft>
            </a:pPr>
            <a:r>
              <a:rPr lang="pt-BR" sz="2400" dirty="0"/>
              <a:t>	Em seguida, o professor inicia a aula com o simples gesto de aproximar seu cartão RFID, ativando o "Início Inteligente": projetor e computador são ligados, enquanto o sistema envia o registro do início da aula para o servidor, automatizando o controle de tolerância e tempo. A inteligência se estende ao nível do aluno: a detecção na carteira permite a chamada automática e a criação de um mapeamento dinâmico para provas e trabalhos em grupo, garantindo segurança e otimização do espaço. </a:t>
            </a:r>
          </a:p>
          <a:p>
            <a:pPr algn="just" defTabSz="1678349" eaLnBrk="1" hangingPunct="1">
              <a:spcAft>
                <a:spcPts val="1200"/>
              </a:spcAft>
            </a:pPr>
            <a:r>
              <a:rPr lang="pt-BR" sz="2400" dirty="0"/>
              <a:t>	Todas essas automatizações são gerenciadas e monitoradas por um Dashboard Interativo. Este painel oferece à gestão total visibilidade, controle em tempo real sobre o consumo energético e o uso dos recursos da sala. Com isso, a instituição garante alta eficiência, máxima segurança e uma gestão automatizada baseada em dados, permitindo que professores e alunos foquem totalmente na qualidade do ensino.</a:t>
            </a:r>
          </a:p>
          <a:p>
            <a:pPr algn="just" defTabSz="1678349" eaLnBrk="1" hangingPunct="1">
              <a:spcAft>
                <a:spcPts val="1200"/>
              </a:spcAft>
            </a:pPr>
            <a:endParaRPr lang="pt-BR" sz="2666" dirty="0"/>
          </a:p>
        </p:txBody>
      </p:sp>
      <p:sp>
        <p:nvSpPr>
          <p:cNvPr id="2" name="Rectangle 2">
            <a:extLst>
              <a:ext uri="{FF2B5EF4-FFF2-40B4-BE49-F238E27FC236}">
                <a16:creationId xmlns:a16="http://schemas.microsoft.com/office/drawing/2014/main" id="{A584AD84-C68C-68B6-E7C1-1D0E2FA735DD}"/>
              </a:ext>
            </a:extLst>
          </p:cNvPr>
          <p:cNvSpPr txBox="1">
            <a:spLocks noChangeArrowheads="1"/>
          </p:cNvSpPr>
          <p:nvPr/>
        </p:nvSpPr>
        <p:spPr bwMode="auto">
          <a:xfrm>
            <a:off x="92365" y="2782276"/>
            <a:ext cx="29592614" cy="1355109"/>
          </a:xfrm>
          <a:prstGeom prst="rect">
            <a:avLst/>
          </a:prstGeom>
          <a:noFill/>
          <a:ln w="9525">
            <a:noFill/>
            <a:miter lim="800000"/>
            <a:headEnd/>
            <a:tailEnd/>
          </a:ln>
        </p:spPr>
        <p:txBody>
          <a:bodyPr vert="horz" wrap="square" lIns="411435" tIns="205717" rIns="411435" bIns="205717" numCol="1" anchor="ctr" anchorCtr="0" compatLnSpc="1">
            <a:prstTxWarp prst="textNoShape">
              <a:avLst/>
            </a:prstTxWarp>
          </a:bodyPr>
          <a:lstStyle>
            <a:lvl1pPr algn="ctr" defTabSz="3086100" rtl="0" eaLnBrk="0" fontAlgn="base" hangingPunct="0">
              <a:spcBef>
                <a:spcPct val="0"/>
              </a:spcBef>
              <a:spcAft>
                <a:spcPct val="0"/>
              </a:spcAft>
              <a:defRPr sz="14900">
                <a:solidFill>
                  <a:schemeClr val="tx2"/>
                </a:solidFill>
                <a:latin typeface="+mj-lt"/>
                <a:ea typeface="+mj-ea"/>
                <a:cs typeface="+mj-cs"/>
              </a:defRPr>
            </a:lvl1pPr>
            <a:lvl2pPr algn="ctr" defTabSz="3086100" rtl="0" eaLnBrk="0" fontAlgn="base" hangingPunct="0">
              <a:spcBef>
                <a:spcPct val="0"/>
              </a:spcBef>
              <a:spcAft>
                <a:spcPct val="0"/>
              </a:spcAft>
              <a:defRPr sz="14900">
                <a:solidFill>
                  <a:schemeClr val="tx2"/>
                </a:solidFill>
                <a:latin typeface="Arial" charset="0"/>
              </a:defRPr>
            </a:lvl2pPr>
            <a:lvl3pPr algn="ctr" defTabSz="3086100" rtl="0" eaLnBrk="0" fontAlgn="base" hangingPunct="0">
              <a:spcBef>
                <a:spcPct val="0"/>
              </a:spcBef>
              <a:spcAft>
                <a:spcPct val="0"/>
              </a:spcAft>
              <a:defRPr sz="14900">
                <a:solidFill>
                  <a:schemeClr val="tx2"/>
                </a:solidFill>
                <a:latin typeface="Arial" charset="0"/>
              </a:defRPr>
            </a:lvl3pPr>
            <a:lvl4pPr algn="ctr" defTabSz="3086100" rtl="0" eaLnBrk="0" fontAlgn="base" hangingPunct="0">
              <a:spcBef>
                <a:spcPct val="0"/>
              </a:spcBef>
              <a:spcAft>
                <a:spcPct val="0"/>
              </a:spcAft>
              <a:defRPr sz="14900">
                <a:solidFill>
                  <a:schemeClr val="tx2"/>
                </a:solidFill>
                <a:latin typeface="Arial" charset="0"/>
              </a:defRPr>
            </a:lvl4pPr>
            <a:lvl5pPr algn="ctr" defTabSz="3086100" rtl="0" eaLnBrk="0" fontAlgn="base" hangingPunct="0">
              <a:spcBef>
                <a:spcPct val="0"/>
              </a:spcBef>
              <a:spcAft>
                <a:spcPct val="0"/>
              </a:spcAft>
              <a:defRPr sz="14900">
                <a:solidFill>
                  <a:schemeClr val="tx2"/>
                </a:solidFill>
                <a:latin typeface="Arial" charset="0"/>
              </a:defRPr>
            </a:lvl5pPr>
            <a:lvl6pPr marL="457200" algn="ctr" defTabSz="3086100" rtl="0" fontAlgn="base">
              <a:spcBef>
                <a:spcPct val="0"/>
              </a:spcBef>
              <a:spcAft>
                <a:spcPct val="0"/>
              </a:spcAft>
              <a:defRPr sz="14900">
                <a:solidFill>
                  <a:schemeClr val="tx2"/>
                </a:solidFill>
                <a:latin typeface="Arial" charset="0"/>
              </a:defRPr>
            </a:lvl6pPr>
            <a:lvl7pPr marL="914400" algn="ctr" defTabSz="3086100" rtl="0" fontAlgn="base">
              <a:spcBef>
                <a:spcPct val="0"/>
              </a:spcBef>
              <a:spcAft>
                <a:spcPct val="0"/>
              </a:spcAft>
              <a:defRPr sz="14900">
                <a:solidFill>
                  <a:schemeClr val="tx2"/>
                </a:solidFill>
                <a:latin typeface="Arial" charset="0"/>
              </a:defRPr>
            </a:lvl7pPr>
            <a:lvl8pPr marL="1371600" algn="ctr" defTabSz="3086100" rtl="0" fontAlgn="base">
              <a:spcBef>
                <a:spcPct val="0"/>
              </a:spcBef>
              <a:spcAft>
                <a:spcPct val="0"/>
              </a:spcAft>
              <a:defRPr sz="14900">
                <a:solidFill>
                  <a:schemeClr val="tx2"/>
                </a:solidFill>
                <a:latin typeface="Arial" charset="0"/>
              </a:defRPr>
            </a:lvl8pPr>
            <a:lvl9pPr marL="1828800" algn="ctr" defTabSz="3086100" rtl="0" fontAlgn="base">
              <a:spcBef>
                <a:spcPct val="0"/>
              </a:spcBef>
              <a:spcAft>
                <a:spcPct val="0"/>
              </a:spcAft>
              <a:defRPr sz="14900">
                <a:solidFill>
                  <a:schemeClr val="tx2"/>
                </a:solidFill>
                <a:latin typeface="Arial" charset="0"/>
              </a:defRPr>
            </a:lvl9pPr>
          </a:lstStyle>
          <a:p>
            <a:pPr eaLnBrk="1" hangingPunct="1"/>
            <a:r>
              <a:rPr lang="pt-BR" sz="2666" b="1" kern="0" dirty="0"/>
              <a:t>Professores: </a:t>
            </a:r>
            <a:r>
              <a:rPr lang="pt-BR" sz="2600" b="1" dirty="0"/>
              <a:t>Leonardo Lugoboni; João Trencher; Victor Rosetti; Rodnil Lisboa; Lucy Mari</a:t>
            </a:r>
            <a:r>
              <a:rPr lang="pt-BR" sz="9600" b="1" dirty="0"/>
              <a:t> </a:t>
            </a:r>
            <a:r>
              <a:rPr lang="pt-BR" sz="2666" b="1" kern="0" dirty="0"/>
              <a:t> </a:t>
            </a:r>
            <a:endParaRPr lang="pt-BR" sz="5866" b="1" kern="0" dirty="0"/>
          </a:p>
        </p:txBody>
      </p:sp>
      <p:sp>
        <p:nvSpPr>
          <p:cNvPr id="8" name="TextBox 8">
            <a:extLst>
              <a:ext uri="{FF2B5EF4-FFF2-40B4-BE49-F238E27FC236}">
                <a16:creationId xmlns:a16="http://schemas.microsoft.com/office/drawing/2014/main" id="{AE19C662-D68A-6035-2E4C-978100FAE83F}"/>
              </a:ext>
            </a:extLst>
          </p:cNvPr>
          <p:cNvSpPr txBox="1">
            <a:spLocks noChangeArrowheads="1"/>
          </p:cNvSpPr>
          <p:nvPr/>
        </p:nvSpPr>
        <p:spPr bwMode="auto">
          <a:xfrm>
            <a:off x="14798009" y="33776987"/>
            <a:ext cx="13318910" cy="4914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Futuro do projeto</a:t>
            </a:r>
          </a:p>
          <a:p>
            <a:pPr algn="just" defTabSz="1678349" eaLnBrk="1" hangingPunct="1">
              <a:spcAft>
                <a:spcPts val="1200"/>
              </a:spcAft>
            </a:pPr>
            <a:r>
              <a:rPr lang="pt-BR" sz="3733" dirty="0"/>
              <a:t> </a:t>
            </a:r>
            <a:r>
              <a:rPr lang="pt-BR" sz="2666" dirty="0"/>
              <a:t>	  </a:t>
            </a:r>
            <a:r>
              <a:rPr lang="pt-BR" sz="2400" dirty="0"/>
              <a:t>O futuro do nosso projeto é tornar a sala de aula um ambiente que pensa e se antecipa às necessidades. O principal foco é aprofundar o uso de Inteligência Artificial. O sistema aprenderá com o histórico de uso e será capaz de prever quando ligar o ar e as luzes na hora certa, antes de a aula começar, garantindo conforto imediato e a máxima economia de energia. Na parte de gestão, o Dashboard Interativo será a nossa central de controle. Essa ferramenta monitorará tudo em tempo real, agindo como um vigilante que avisa sobre problemas antes que eles aconteçam, seja no consumo de energia ou em algum equipamento, garantindo que tudo funcione com alta confiabilidade. Além disso, vamos fazer o espaço da sala ficar totalmente flexível. Usaremos tecnologias avançadas para que as carteiras e o layout se adaptem automaticamente ao tipo de atividade, seja um debate, um trabalho em grupo ou uma prova, criando um ambiente de aprendizado que evolui junto com o professor e os alunos.</a:t>
            </a:r>
            <a:endParaRPr lang="pt-BR" sz="2666" dirty="0"/>
          </a:p>
        </p:txBody>
      </p:sp>
      <p:sp>
        <p:nvSpPr>
          <p:cNvPr id="29" name="TextBox 8">
            <a:extLst>
              <a:ext uri="{FF2B5EF4-FFF2-40B4-BE49-F238E27FC236}">
                <a16:creationId xmlns:a16="http://schemas.microsoft.com/office/drawing/2014/main" id="{22108886-71AE-7425-406A-CC03C41D865B}"/>
              </a:ext>
            </a:extLst>
          </p:cNvPr>
          <p:cNvSpPr txBox="1">
            <a:spLocks noChangeArrowheads="1"/>
          </p:cNvSpPr>
          <p:nvPr/>
        </p:nvSpPr>
        <p:spPr bwMode="auto">
          <a:xfrm>
            <a:off x="9998061" y="10180475"/>
            <a:ext cx="8804302" cy="15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dirty="0">
                <a:ea typeface="ＭＳ Ｐゴシック" pitchFamily="34" charset="-128"/>
              </a:rPr>
              <a:t>Ferramentas do Projeto</a:t>
            </a:r>
          </a:p>
          <a:p>
            <a:pPr algn="just" defTabSz="1678349" eaLnBrk="1" hangingPunct="1">
              <a:spcAft>
                <a:spcPts val="1200"/>
              </a:spcAft>
            </a:pPr>
            <a:r>
              <a:rPr lang="pt-BR" sz="3733" dirty="0"/>
              <a:t> </a:t>
            </a:r>
            <a:r>
              <a:rPr lang="pt-BR" sz="2666" dirty="0"/>
              <a:t>	</a:t>
            </a:r>
          </a:p>
        </p:txBody>
      </p:sp>
      <p:pic>
        <p:nvPicPr>
          <p:cNvPr id="5" name="Imagem 4" descr="Uma imagem contendo óculos&#10;&#10;O conteúdo gerado por IA pode estar incorreto.">
            <a:extLst>
              <a:ext uri="{FF2B5EF4-FFF2-40B4-BE49-F238E27FC236}">
                <a16:creationId xmlns:a16="http://schemas.microsoft.com/office/drawing/2014/main" id="{C56C1960-665E-2EB7-EDC1-1EBC9CE69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752" y="40356014"/>
            <a:ext cx="3095947" cy="3115297"/>
          </a:xfrm>
          <a:prstGeom prst="rect">
            <a:avLst/>
          </a:prstGeom>
        </p:spPr>
      </p:pic>
      <p:pic>
        <p:nvPicPr>
          <p:cNvPr id="10" name="Imagem 9" descr="Uma imagem contendo óculos, caneca&#10;&#10;O conteúdo gerado por IA pode estar incorreto.">
            <a:extLst>
              <a:ext uri="{FF2B5EF4-FFF2-40B4-BE49-F238E27FC236}">
                <a16:creationId xmlns:a16="http://schemas.microsoft.com/office/drawing/2014/main" id="{55769E50-5B5D-08C0-E78D-9BA4C9547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01752" y="40382747"/>
            <a:ext cx="3095945" cy="3105591"/>
          </a:xfrm>
          <a:prstGeom prst="rect">
            <a:avLst/>
          </a:prstGeom>
        </p:spPr>
      </p:pic>
      <p:sp>
        <p:nvSpPr>
          <p:cNvPr id="3" name="TextBox 8">
            <a:extLst>
              <a:ext uri="{FF2B5EF4-FFF2-40B4-BE49-F238E27FC236}">
                <a16:creationId xmlns:a16="http://schemas.microsoft.com/office/drawing/2014/main" id="{F3F8F5EB-BDB4-A168-3248-9051126FF578}"/>
              </a:ext>
            </a:extLst>
          </p:cNvPr>
          <p:cNvSpPr txBox="1">
            <a:spLocks noChangeArrowheads="1"/>
          </p:cNvSpPr>
          <p:nvPr/>
        </p:nvSpPr>
        <p:spPr bwMode="auto">
          <a:xfrm>
            <a:off x="9998061" y="17276611"/>
            <a:ext cx="8804302" cy="995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dirty="0">
                <a:ea typeface="ＭＳ Ｐゴシック" pitchFamily="34" charset="-128"/>
              </a:rPr>
              <a:t>Imagens do Projeto</a:t>
            </a:r>
          </a:p>
        </p:txBody>
      </p:sp>
      <p:pic>
        <p:nvPicPr>
          <p:cNvPr id="12" name="Imagem 11">
            <a:extLst>
              <a:ext uri="{FF2B5EF4-FFF2-40B4-BE49-F238E27FC236}">
                <a16:creationId xmlns:a16="http://schemas.microsoft.com/office/drawing/2014/main" id="{49403957-73D2-113F-3A61-DF686E940527}"/>
              </a:ext>
            </a:extLst>
          </p:cNvPr>
          <p:cNvPicPr>
            <a:picLocks noChangeAspect="1"/>
          </p:cNvPicPr>
          <p:nvPr/>
        </p:nvPicPr>
        <p:blipFill>
          <a:blip r:embed="rId6"/>
          <a:srcRect l="388" t="693" r="388" b="1606"/>
          <a:stretch>
            <a:fillRect/>
          </a:stretch>
        </p:blipFill>
        <p:spPr>
          <a:xfrm>
            <a:off x="10278564" y="11815874"/>
            <a:ext cx="8243296" cy="3913847"/>
          </a:xfrm>
          <a:prstGeom prst="rect">
            <a:avLst/>
          </a:prstGeom>
        </p:spPr>
      </p:pic>
      <p:pic>
        <p:nvPicPr>
          <p:cNvPr id="14" name="Imagem 13">
            <a:extLst>
              <a:ext uri="{FF2B5EF4-FFF2-40B4-BE49-F238E27FC236}">
                <a16:creationId xmlns:a16="http://schemas.microsoft.com/office/drawing/2014/main" id="{6A2A256F-4F43-AB43-13A3-C61A79C88E03}"/>
              </a:ext>
            </a:extLst>
          </p:cNvPr>
          <p:cNvPicPr>
            <a:picLocks noChangeAspect="1"/>
          </p:cNvPicPr>
          <p:nvPr/>
        </p:nvPicPr>
        <p:blipFill>
          <a:blip r:embed="rId7"/>
          <a:stretch>
            <a:fillRect/>
          </a:stretch>
        </p:blipFill>
        <p:spPr>
          <a:xfrm>
            <a:off x="1857711" y="19578656"/>
            <a:ext cx="10961240" cy="4994215"/>
          </a:xfrm>
          <a:prstGeom prst="rect">
            <a:avLst/>
          </a:prstGeom>
        </p:spPr>
      </p:pic>
      <p:pic>
        <p:nvPicPr>
          <p:cNvPr id="16" name="Imagem 15">
            <a:extLst>
              <a:ext uri="{FF2B5EF4-FFF2-40B4-BE49-F238E27FC236}">
                <a16:creationId xmlns:a16="http://schemas.microsoft.com/office/drawing/2014/main" id="{E71F01A4-FC6C-74E8-B161-519C62C0815C}"/>
              </a:ext>
            </a:extLst>
          </p:cNvPr>
          <p:cNvPicPr>
            <a:picLocks noChangeAspect="1"/>
          </p:cNvPicPr>
          <p:nvPr/>
        </p:nvPicPr>
        <p:blipFill>
          <a:blip r:embed="rId8"/>
          <a:stretch>
            <a:fillRect/>
          </a:stretch>
        </p:blipFill>
        <p:spPr>
          <a:xfrm>
            <a:off x="15536545" y="19591823"/>
            <a:ext cx="11401540" cy="4981048"/>
          </a:xfrm>
          <a:prstGeom prst="rect">
            <a:avLst/>
          </a:prstGeom>
        </p:spPr>
      </p:pic>
      <p:pic>
        <p:nvPicPr>
          <p:cNvPr id="18" name="Imagem 17">
            <a:extLst>
              <a:ext uri="{FF2B5EF4-FFF2-40B4-BE49-F238E27FC236}">
                <a16:creationId xmlns:a16="http://schemas.microsoft.com/office/drawing/2014/main" id="{15144125-942F-B2D5-653C-793881E991A2}"/>
              </a:ext>
            </a:extLst>
          </p:cNvPr>
          <p:cNvPicPr>
            <a:picLocks noChangeAspect="1"/>
          </p:cNvPicPr>
          <p:nvPr/>
        </p:nvPicPr>
        <p:blipFill>
          <a:blip r:embed="rId9"/>
          <a:stretch>
            <a:fillRect/>
          </a:stretch>
        </p:blipFill>
        <p:spPr>
          <a:xfrm>
            <a:off x="1857711" y="26060644"/>
            <a:ext cx="10961241" cy="5055872"/>
          </a:xfrm>
          <a:prstGeom prst="rect">
            <a:avLst/>
          </a:prstGeom>
        </p:spPr>
      </p:pic>
      <p:pic>
        <p:nvPicPr>
          <p:cNvPr id="20" name="Imagem 19">
            <a:extLst>
              <a:ext uri="{FF2B5EF4-FFF2-40B4-BE49-F238E27FC236}">
                <a16:creationId xmlns:a16="http://schemas.microsoft.com/office/drawing/2014/main" id="{526B8D82-49F0-6A5D-50CA-C75CB9EEAC26}"/>
              </a:ext>
            </a:extLst>
          </p:cNvPr>
          <p:cNvPicPr>
            <a:picLocks noChangeAspect="1"/>
          </p:cNvPicPr>
          <p:nvPr/>
        </p:nvPicPr>
        <p:blipFill>
          <a:blip r:embed="rId10"/>
          <a:stretch>
            <a:fillRect/>
          </a:stretch>
        </p:blipFill>
        <p:spPr>
          <a:xfrm>
            <a:off x="15976843" y="25986734"/>
            <a:ext cx="10961242" cy="5076425"/>
          </a:xfrm>
          <a:prstGeom prst="rect">
            <a:avLst/>
          </a:prstGeom>
        </p:spPr>
      </p:pic>
      <p:sp>
        <p:nvSpPr>
          <p:cNvPr id="23" name="CaixaDeTexto 22">
            <a:extLst>
              <a:ext uri="{FF2B5EF4-FFF2-40B4-BE49-F238E27FC236}">
                <a16:creationId xmlns:a16="http://schemas.microsoft.com/office/drawing/2014/main" id="{FE12ECBB-A96B-A4FD-50C2-7D798C047DBA}"/>
              </a:ext>
            </a:extLst>
          </p:cNvPr>
          <p:cNvSpPr txBox="1"/>
          <p:nvPr/>
        </p:nvSpPr>
        <p:spPr>
          <a:xfrm>
            <a:off x="1857711" y="24771140"/>
            <a:ext cx="5785558" cy="461665"/>
          </a:xfrm>
          <a:prstGeom prst="rect">
            <a:avLst/>
          </a:prstGeom>
          <a:noFill/>
        </p:spPr>
        <p:txBody>
          <a:bodyPr wrap="none" rtlCol="0">
            <a:spAutoFit/>
          </a:bodyPr>
          <a:lstStyle/>
          <a:p>
            <a:r>
              <a:rPr lang="pt-BR" sz="2400" dirty="0"/>
              <a:t>Página de Login do Dashboard Interativo</a:t>
            </a:r>
          </a:p>
        </p:txBody>
      </p:sp>
      <p:sp>
        <p:nvSpPr>
          <p:cNvPr id="25" name="CaixaDeTexto 24">
            <a:extLst>
              <a:ext uri="{FF2B5EF4-FFF2-40B4-BE49-F238E27FC236}">
                <a16:creationId xmlns:a16="http://schemas.microsoft.com/office/drawing/2014/main" id="{A134C3FF-D2A5-74B7-083C-35402BFBEEE1}"/>
              </a:ext>
            </a:extLst>
          </p:cNvPr>
          <p:cNvSpPr txBox="1"/>
          <p:nvPr/>
        </p:nvSpPr>
        <p:spPr>
          <a:xfrm>
            <a:off x="15536545" y="24771140"/>
            <a:ext cx="7309052" cy="461665"/>
          </a:xfrm>
          <a:prstGeom prst="rect">
            <a:avLst/>
          </a:prstGeom>
          <a:noFill/>
        </p:spPr>
        <p:txBody>
          <a:bodyPr wrap="none" rtlCol="0">
            <a:spAutoFit/>
          </a:bodyPr>
          <a:lstStyle/>
          <a:p>
            <a:r>
              <a:rPr lang="pt-BR" sz="2400" dirty="0"/>
              <a:t>Painel de controle do Aluno no Dashboard Interativo</a:t>
            </a:r>
          </a:p>
        </p:txBody>
      </p:sp>
      <p:sp>
        <p:nvSpPr>
          <p:cNvPr id="27" name="CaixaDeTexto 26">
            <a:extLst>
              <a:ext uri="{FF2B5EF4-FFF2-40B4-BE49-F238E27FC236}">
                <a16:creationId xmlns:a16="http://schemas.microsoft.com/office/drawing/2014/main" id="{6846106C-6171-EF9C-43D6-C8898ABF3F83}"/>
              </a:ext>
            </a:extLst>
          </p:cNvPr>
          <p:cNvSpPr txBox="1"/>
          <p:nvPr/>
        </p:nvSpPr>
        <p:spPr>
          <a:xfrm>
            <a:off x="1857711" y="31482690"/>
            <a:ext cx="7855035" cy="461665"/>
          </a:xfrm>
          <a:prstGeom prst="rect">
            <a:avLst/>
          </a:prstGeom>
          <a:noFill/>
        </p:spPr>
        <p:txBody>
          <a:bodyPr wrap="none" rtlCol="0">
            <a:spAutoFit/>
          </a:bodyPr>
          <a:lstStyle/>
          <a:p>
            <a:r>
              <a:rPr lang="pt-BR" sz="2400" dirty="0"/>
              <a:t>Painel de controle do Professor no Dashboard Interativo</a:t>
            </a:r>
          </a:p>
        </p:txBody>
      </p:sp>
      <p:sp>
        <p:nvSpPr>
          <p:cNvPr id="30" name="CaixaDeTexto 29">
            <a:extLst>
              <a:ext uri="{FF2B5EF4-FFF2-40B4-BE49-F238E27FC236}">
                <a16:creationId xmlns:a16="http://schemas.microsoft.com/office/drawing/2014/main" id="{0C639490-1F60-3D67-A2D2-93382A55F3DD}"/>
              </a:ext>
            </a:extLst>
          </p:cNvPr>
          <p:cNvSpPr txBox="1"/>
          <p:nvPr/>
        </p:nvSpPr>
        <p:spPr>
          <a:xfrm>
            <a:off x="15976843" y="31353083"/>
            <a:ext cx="8421536" cy="461665"/>
          </a:xfrm>
          <a:prstGeom prst="rect">
            <a:avLst/>
          </a:prstGeom>
          <a:noFill/>
        </p:spPr>
        <p:txBody>
          <a:bodyPr wrap="none" rtlCol="0">
            <a:spAutoFit/>
          </a:bodyPr>
          <a:lstStyle/>
          <a:p>
            <a:r>
              <a:rPr lang="pt-BR" sz="2400" dirty="0"/>
              <a:t>Painel de controle do Administrador no Dashboard Interativo</a:t>
            </a:r>
          </a:p>
        </p:txBody>
      </p:sp>
    </p:spTree>
    <p:extLst>
      <p:ext uri="{BB962C8B-B14F-4D97-AF65-F5344CB8AC3E}">
        <p14:creationId xmlns:p14="http://schemas.microsoft.com/office/powerpoint/2010/main" val="2544194372"/>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a2a57e-8138-4b57-956a-eb6e2c7049cc">
      <Terms xmlns="http://schemas.microsoft.com/office/infopath/2007/PartnerControls"/>
    </lcf76f155ced4ddcb4097134ff3c332f>
    <TaxCatchAll xmlns="1d2798d9-1030-4cc5-be7b-200f9e62865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5364877AF745B4281652B53F43C594A" ma:contentTypeVersion="15" ma:contentTypeDescription="Crie um novo documento." ma:contentTypeScope="" ma:versionID="440a6fbbcbce65e3f8e2bed610644788">
  <xsd:schema xmlns:xsd="http://www.w3.org/2001/XMLSchema" xmlns:xs="http://www.w3.org/2001/XMLSchema" xmlns:p="http://schemas.microsoft.com/office/2006/metadata/properties" xmlns:ns2="1d2798d9-1030-4cc5-be7b-200f9e628651" xmlns:ns3="8ca2a57e-8138-4b57-956a-eb6e2c7049cc" targetNamespace="http://schemas.microsoft.com/office/2006/metadata/properties" ma:root="true" ma:fieldsID="3ff20d9b6411658b7762fa2c08d7e1af" ns2:_="" ns3:_="">
    <xsd:import namespace="1d2798d9-1030-4cc5-be7b-200f9e628651"/>
    <xsd:import namespace="8ca2a57e-8138-4b57-956a-eb6e2c7049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98d9-1030-4cc5-be7b-200f9e628651"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e2adbafb-c224-4d2e-8ca4-b5c3cc77204d}" ma:internalName="TaxCatchAll" ma:showField="CatchAllData" ma:web="1d2798d9-1030-4cc5-be7b-200f9e62865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a2a57e-8138-4b57-956a-eb6e2c7049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aeda4b81-a95b-4c43-add2-24b94db42d7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511531-72C6-41EA-909D-35A50B0891E1}">
  <ds:schemaRefs>
    <ds:schemaRef ds:uri="http://schemas.microsoft.com/sharepoint/v3/contenttype/forms"/>
  </ds:schemaRefs>
</ds:datastoreItem>
</file>

<file path=customXml/itemProps2.xml><?xml version="1.0" encoding="utf-8"?>
<ds:datastoreItem xmlns:ds="http://schemas.openxmlformats.org/officeDocument/2006/customXml" ds:itemID="{8C580D08-C850-4D98-9BB0-6190D1509D8A}">
  <ds:schemaRefs>
    <ds:schemaRef ds:uri="http://www.w3.org/XML/1998/namespace"/>
    <ds:schemaRef ds:uri="1d2798d9-1030-4cc5-be7b-200f9e628651"/>
    <ds:schemaRef ds:uri="http://purl.org/dc/elements/1.1/"/>
    <ds:schemaRef ds:uri="http://schemas.microsoft.com/office/2006/documentManagement/type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8ca2a57e-8138-4b57-956a-eb6e2c7049cc"/>
    <ds:schemaRef ds:uri="http://purl.org/dc/terms/"/>
  </ds:schemaRefs>
</ds:datastoreItem>
</file>

<file path=customXml/itemProps3.xml><?xml version="1.0" encoding="utf-8"?>
<ds:datastoreItem xmlns:ds="http://schemas.openxmlformats.org/officeDocument/2006/customXml" ds:itemID="{B0583F25-0BD0-426F-9D18-6079E5A027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98d9-1030-4cc5-be7b-200f9e628651"/>
    <ds:schemaRef ds:uri="8ca2a57e-8138-4b57-956a-eb6e2c7049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da0a2f-b917-4d51-b0d0-d418a10c8b23}" enabled="1" method="Standard" siteId="{12a3af23-a769-4654-847f-958f3d479f4a}" removed="0"/>
</clbl:labelList>
</file>

<file path=docProps/app.xml><?xml version="1.0" encoding="utf-8"?>
<Properties xmlns="http://schemas.openxmlformats.org/officeDocument/2006/extended-properties" xmlns:vt="http://schemas.openxmlformats.org/officeDocument/2006/docPropsVTypes">
  <Template>Apex</Template>
  <TotalTime>0</TotalTime>
  <Words>751</Words>
  <Application>Microsoft Office PowerPoint</Application>
  <PresentationFormat>Personalizar</PresentationFormat>
  <Paragraphs>25</Paragraphs>
  <Slides>1</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vt:i4>
      </vt:variant>
    </vt:vector>
  </HeadingPairs>
  <TitlesOfParts>
    <vt:vector size="5" baseType="lpstr">
      <vt:lpstr>ＭＳ Ｐゴシック</vt:lpstr>
      <vt:lpstr>Arial</vt:lpstr>
      <vt:lpstr>Calibri</vt:lpstr>
      <vt:lpstr>Design padrão</vt:lpstr>
      <vt:lpstr>Sala de Aula Inteligente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dc:creator>
  <cp:lastModifiedBy>Oliveira,Lara,BR-São Paulo</cp:lastModifiedBy>
  <cp:revision>52</cp:revision>
  <dcterms:created xsi:type="dcterms:W3CDTF">2006-11-04T15:46:42Z</dcterms:created>
  <dcterms:modified xsi:type="dcterms:W3CDTF">2025-11-10T00:38:59Z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